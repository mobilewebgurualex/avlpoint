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8C8FF"/>
                </a:solidFill>
                <a:latin typeface="Arial Black"/>
              </a:defRPr>
            </a:pPr>
            <a:r>
              <a:t>AVLpoint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6EDF6"/>
                </a:solidFill>
                <a:latin typeface="Arial"/>
              </a:defRPr>
            </a:pPr>
            <a:r>
              <a:t>Daily Platform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onsolas"/>
              </a:defRPr>
            </a:pPr>
            <a:r>
              <a:t>July 09,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Generated 2026-07-09 16:46:27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Inter"/>
              </a:defRPr>
            </a:pPr>
            <a:r>
              <a:t>🟢 All Systems Operational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100,152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Total Vendors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onsolas"/>
              </a:defRPr>
            </a:pPr>
            <a:r>
              <a:t>+806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11,675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Verified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-3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13.5%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Enrichment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79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7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Pipeline Runs 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840479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1147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795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Enriched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840479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147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864ms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Avg Response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Database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Total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86,556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11,675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With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55,572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With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9,806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With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61,364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International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13,596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Combined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480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100,152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DB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155.6 MB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Pipeline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Runs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Vendors Enriched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795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Records Discovered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282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Scheduler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N/A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Last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N/A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Next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480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N/A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Backup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Website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Homepage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188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88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1181.5ms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Vendor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3061.0ms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677.8ms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About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97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/about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378.3ms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00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490.0ms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FAQ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03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/faq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03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308.0ms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06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06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206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346.2ms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09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Sign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7091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/signup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091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473.3ms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Issues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Inter"/>
              </a:defRPr>
            </a:pPr>
            <a:r>
              <a:t>ACTIVE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Inter"/>
              </a:defRPr>
            </a:pPr>
            <a:r>
              <a:t>No issues detected.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Inter"/>
              </a:defRPr>
            </a:pPr>
            <a: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→ Consider increasing enrichment batch size to accelerate verified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