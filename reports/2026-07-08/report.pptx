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C8FF"/>
                </a:solidFill>
                <a:latin typeface="Arial Black"/>
              </a:defRPr>
            </a:pPr>
            <a:r>
              <a:t>AVLpoint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6EDF6"/>
                </a:solidFill>
                <a:latin typeface="Arial"/>
              </a:defRPr>
            </a:pPr>
            <a:r>
              <a:t>Daily Platform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onsolas"/>
              </a:defRPr>
            </a:pPr>
            <a:r>
              <a:t>July 08,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Generated 2026-07-08 19:12:09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Inter"/>
              </a:defRPr>
            </a:pPr>
            <a:r>
              <a:t>🟢 All Systems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99,346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Total Vendors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11,678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Verified 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Enrichment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Pipeline Runs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991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Enriched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840479"/>
            <a:ext cx="3200400" cy="2011680"/>
          </a:xfrm>
          <a:prstGeom prst="rect">
            <a:avLst/>
          </a:prstGeom>
          <a:solidFill>
            <a:srgbClr val="0D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147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6"/>
                </a:solidFill>
                <a:latin typeface="Consolas"/>
              </a:defRPr>
            </a:pPr>
            <a:r>
              <a:t>1766ms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Avg Response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Database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Total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85,750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11,678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54,770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9,805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U.S. With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60,559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International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13,596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Combined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99,346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DB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153.7 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Pipeline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Runs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Vendors Enriched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991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Records Discovered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279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Scheduler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Last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Next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N/A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Backup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6EDF6"/>
                </a:solidFill>
                <a:latin typeface="Consolas"/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Website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188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88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4598.3ms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Vendor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6771.1ms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506.2ms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97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1084.0ms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512.2ms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03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/faq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03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155.0ms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06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206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252.4ms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Sign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709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/signup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09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6"/>
                </a:solidFill>
                <a:latin typeface="Consolas"/>
              </a:defRPr>
            </a:pPr>
            <a:r>
              <a:t>253.1ms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6"/>
                </a:solidFill>
                <a:latin typeface="Arial"/>
              </a:defRPr>
            </a:pPr>
            <a:r>
              <a:t>Issues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Inter"/>
              </a:defRPr>
            </a:pPr>
            <a:r>
              <a:t>ACTIVE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Inter"/>
              </a:defRPr>
            </a:pPr>
            <a:r>
              <a:t>No issues detected.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Inter"/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→ Consider increasing enrichment batch size to accelerate verified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